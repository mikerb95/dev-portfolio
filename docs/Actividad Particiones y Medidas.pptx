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HmKJgSuJQCMBB9IgJmKadlrF4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1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1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11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9" name="Google Shape;19;p11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11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/>
        </p:txBody>
      </p:sp>
      <p:sp>
        <p:nvSpPr>
          <p:cNvPr id="23" name="Google Shape;23;p1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3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b="0"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3"/>
          <p:cNvSpPr txBox="1"/>
          <p:nvPr>
            <p:ph idx="10" type="dt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1" type="ftr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" name="Google Shape;38;p13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39" name="Google Shape;39;p13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13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" name="Google Shape;41;p13"/>
          <p:cNvSpPr txBox="1"/>
          <p:nvPr>
            <p:ph idx="12" type="sldNum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45" name="Google Shape;45;p14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" type="body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2" name="Google Shape;52;p15"/>
          <p:cNvSpPr txBox="1"/>
          <p:nvPr>
            <p:ph idx="2" type="body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3" name="Google Shape;53;p15"/>
          <p:cNvSpPr txBox="1"/>
          <p:nvPr>
            <p:ph idx="3" type="body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4" name="Google Shape;54;p15"/>
          <p:cNvSpPr txBox="1"/>
          <p:nvPr>
            <p:ph idx="4" type="body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71" name="Google Shape;71;p18"/>
          <p:cNvSpPr txBox="1"/>
          <p:nvPr>
            <p:ph idx="2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72" name="Google Shape;72;p18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" name="Google Shape;74;p18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5" name="Google Shape;75;p1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9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/>
          <p:nvPr>
            <p:ph idx="2" type="pic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" name="Google Shape;84;p19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5" name="Google Shape;85;p1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" type="body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  <a:defRPr b="0" i="0" sz="540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59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59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0" name="Google Shape;10;p10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" name="Google Shape;11;p10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" name="Google Shape;13;p10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</a:pPr>
            <a:r>
              <a:rPr lang="es-CO"/>
              <a:t>ACTIVIDAD 2…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rPr lang="es-CO"/>
              <a:t>DIEGO FERNANDO GARCÍA MOLINA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</a:pPr>
            <a:r>
              <a:rPr lang="es-CO"/>
              <a:t>SENA CMM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s-CO"/>
              <a:t>A CUÁNTO EQUIVALE LA PARTE SOMBREADA…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2833687"/>
            <a:ext cx="4727275" cy="1746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s-CO"/>
              <a:t>A CUÁNTO EQUIVALE LA PARTE SOMBREADA…</a:t>
            </a:r>
            <a:endParaRPr/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8152" y="2576512"/>
            <a:ext cx="3545456" cy="240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s-CO"/>
              <a:t>A CUÁNTO EQUIVALE LA PARTE SOMBREADA…</a:t>
            </a:r>
            <a:endParaRPr/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9577" y="2862262"/>
            <a:ext cx="4865298" cy="2460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s-CO"/>
              <a:t>A CUÁNTO EQUIVALE LA PARTE SOMBREADA…</a:t>
            </a:r>
            <a:endParaRPr/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3737" y="2457449"/>
            <a:ext cx="6376089" cy="2632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s-CO"/>
              <a:t>A CUÁNTO EQUIVALE LA PARTE SOMBREADA…</a:t>
            </a:r>
            <a:endParaRPr/>
          </a:p>
        </p:txBody>
      </p:sp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8468" y="2908629"/>
            <a:ext cx="3114135" cy="2526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s-CO"/>
              <a:t>REPRESENTE LAS MEDIDAS EN LAS UNIDADES INDICADAS…</a:t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>
            <a:off x="1423357" y="3001992"/>
            <a:ext cx="3795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1 METRO CON 77 CENTÍMETROS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6441055" y="3001992"/>
            <a:ext cx="3795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______________________  m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6441055" y="3654724"/>
            <a:ext cx="3795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______________________ cm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6441055" y="4307456"/>
            <a:ext cx="3795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______________________  dm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6441055" y="4960188"/>
            <a:ext cx="3795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_______  m con ________  dm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s-CO"/>
              <a:t>REPRESENTE LAS MEDIDAS EN LAS UNIDADES INDICADAS…</a:t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1423357" y="3001992"/>
            <a:ext cx="3795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5,6321 PULGADAS 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6441055" y="3001992"/>
            <a:ext cx="3795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  milésimas de pulgada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6441055" y="3654724"/>
            <a:ext cx="3795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______ décimas de pulgada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6441055" y="4307456"/>
            <a:ext cx="37956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_______ pulgadas (tenga en cuenta hasta las milésimas) 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6441055" y="5052521"/>
            <a:ext cx="37956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______ pulgadas (tenga en cuenta hasta las décimas) 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s-CO"/>
              <a:t>REPRESENTE LAS MEDIDAS EN LAS UNIDADES INDICADAS…</a:t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1423357" y="3001992"/>
            <a:ext cx="37956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8 MILÍMETROS 12 MILÉSIMAS DE MILÍMETRO 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6441055" y="3001992"/>
            <a:ext cx="3795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____________________  mm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6441055" y="3654724"/>
            <a:ext cx="3795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_______ décimas de milímetro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6441055" y="4307456"/>
            <a:ext cx="3795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_______ milésimas de milímetro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6441055" y="5052521"/>
            <a:ext cx="3795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 diez milésimas de milímetro 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6441055" y="5679373"/>
            <a:ext cx="37956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_____ mm (tenga en cuenta hasta las diez milésimas) </a:t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Tipo de madera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2020-09-16T21:51:51Z</dcterms:created>
  <dc:creator>Pequis</dc:creator>
</cp:coreProperties>
</file>